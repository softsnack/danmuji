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94" d="100"/>
          <a:sy n="194" d="100"/>
        </p:scale>
        <p:origin x="163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BCC0C-D044-C7B2-BDA9-B6DCD87C8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FE5997-1B48-703F-E673-3BC372AE9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9264EA-D3CD-EFF5-8F02-DAEA6A019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C5A1-5C90-4C67-AC2C-2EA4D556C01D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9CA981-C632-CBD5-B102-49FD32B97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6680DA-A58B-6AC3-4EF4-869ABB64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E8B98-2134-4595-BBA1-81A97B689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111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7E4F2-FA92-AE5D-0811-3A597DA4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C8EF00-C1F4-5B39-8CA0-A8035BC82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2BAADF-016E-CA80-AD89-A1DEF251A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C5A1-5C90-4C67-AC2C-2EA4D556C01D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493EFD-5AEA-405E-458D-C6BACAEA2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358F43-0005-0C54-9448-31FA9CD0F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E8B98-2134-4595-BBA1-81A97B689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3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790270-965A-B5F5-0690-5C1B02E4F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DA73E1-A03D-5903-1640-3147F9EE9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89F03F-CD2C-A560-61D1-736C57F5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C5A1-5C90-4C67-AC2C-2EA4D556C01D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84B12A-F77D-2F1D-2D6F-C4F0803AC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9452C2-3E96-9998-B8B9-C48F83B6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E8B98-2134-4595-BBA1-81A97B689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7684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967589-72A8-14AE-5FB3-C3FF5D102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B23806-62A9-471C-9896-18C468A3D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9C5582-AE1A-5DE7-A14B-C4148934B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57A695-479D-D0D7-EEF4-8A8255323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C5A1-5C90-4C67-AC2C-2EA4D556C01D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52A4A6-4887-B4B2-761A-30FB1207A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F8B40-0D74-C8CC-2E69-2A7CD09F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E8B98-2134-4595-BBA1-81A97B689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488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A3D077-0AED-E63A-62FA-5BE786F89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E1FD79-36DA-3D1B-E194-8E993F2E7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9068FA8-5F15-A83F-A96B-125D8E7E2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8D3634-F083-C4F8-5245-7F782B1BC8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309CC2-28B2-FA51-48F0-ACBEE6B342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AF7738-CBD0-53DC-F370-92E86CB6F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C5A1-5C90-4C67-AC2C-2EA4D556C01D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1522A0-4087-8A0F-2CE6-3F5842A2D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6AD83D8-2534-3B17-5856-0B0977FC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E8B98-2134-4595-BBA1-81A97B689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09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82E343-8E5C-6EDA-94DF-AA3ECE863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295223-42CD-8BA4-1DE8-1B1CC5C5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C5A1-5C90-4C67-AC2C-2EA4D556C01D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63517B-E3A2-57CE-EF29-032B5AB6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CD7886-84C1-2DC6-CDE0-6645A120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E8B98-2134-4595-BBA1-81A97B689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874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94EFF3-E823-BE71-3B15-EF3FD9CE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C5A1-5C90-4C67-AC2C-2EA4D556C01D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D952CF-5CC4-6665-E7B2-D006C8795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01B19C-2B57-0AF6-A2F5-A863DAB3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E8B98-2134-4595-BBA1-81A97B689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12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FE1F52-D2F0-5C2A-5E90-1875ABFE8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0AA8AD-15CF-AA03-B13B-5BD702E77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5A9452-2E7B-6D50-C4B3-CF76FE1A8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33E443-63A6-A985-33D4-A554FC3E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C5A1-5C90-4C67-AC2C-2EA4D556C01D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0EC9A5-7DD5-F48D-08B1-91BE595EE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AB7E84-2D96-7D93-6AA0-C7EDEF4F9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E8B98-2134-4595-BBA1-81A97B689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15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550571-0A99-A359-3EFA-93BCC5F0F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56306F-7267-0A81-96DD-7FEAD4EFB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7D8178-97F0-1EF2-1A71-24E23C1D4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3CE8AD-CB37-98AF-DBB2-C78675204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C5A1-5C90-4C67-AC2C-2EA4D556C01D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A389FB-1B0C-D57D-1E27-3692E2B0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27F0BB-7EB7-DFEB-5F19-AE0D711A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E8B98-2134-4595-BBA1-81A97B689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47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C10775-EEB6-7088-7642-3FBC80ABB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CF5653-0D14-7073-B159-F68489D83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DCC193-A044-49A1-31B2-4793B9B3D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C5A1-5C90-4C67-AC2C-2EA4D556C01D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ED60C5-47E9-C0D2-4A11-A0BF1267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5D0BF1-075A-63EB-B879-2C9487B2A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E8B98-2134-4595-BBA1-81A97B689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877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B2DDC3-A1DE-1D9D-8EBB-27250A1C5A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E4AD51-F9DE-5CB4-AD2B-F024DC671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00932-F4C2-554B-DA97-32E0761C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7C5A1-5C90-4C67-AC2C-2EA4D556C01D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ED811B-7CD3-0DD1-D285-1FE27F25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8F81DE-318A-9D41-799B-9242604D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E8B98-2134-4595-BBA1-81A97B689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62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3EF858-A907-253D-9AF4-4197D3B1A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EB77B4-9356-83AB-2BED-42E043991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317A0-8F0F-B288-9DF8-F55DD02983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F7C5A1-5C90-4C67-AC2C-2EA4D556C01D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23D8EC-9B10-6774-72AF-D7AB11D84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A55740-DA25-245F-A73A-12E1A8F85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E8B98-2134-4595-BBA1-81A97B689B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21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C06B30F-0C56-6673-41AF-8EF7CABE4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451" y="278401"/>
            <a:ext cx="4618120" cy="58755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C61799B-7FC7-3E75-A483-E1FC7A6B4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867" y="278401"/>
            <a:ext cx="4618120" cy="5875529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387F7B4-6A2A-68F2-696E-C151F8957660}"/>
              </a:ext>
            </a:extLst>
          </p:cNvPr>
          <p:cNvSpPr/>
          <p:nvPr/>
        </p:nvSpPr>
        <p:spPr>
          <a:xfrm>
            <a:off x="3992617" y="4418286"/>
            <a:ext cx="1131176" cy="107993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C55C2C9-F369-9D78-709A-8F189503777D}"/>
              </a:ext>
            </a:extLst>
          </p:cNvPr>
          <p:cNvSpPr/>
          <p:nvPr/>
        </p:nvSpPr>
        <p:spPr>
          <a:xfrm>
            <a:off x="8698624" y="4418286"/>
            <a:ext cx="1131176" cy="107993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134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CYS2</dc:creator>
  <cp:lastModifiedBy>CYS2</cp:lastModifiedBy>
  <cp:revision>2</cp:revision>
  <dcterms:created xsi:type="dcterms:W3CDTF">2026-02-06T04:05:02Z</dcterms:created>
  <dcterms:modified xsi:type="dcterms:W3CDTF">2026-02-06T04:41:48Z</dcterms:modified>
</cp:coreProperties>
</file>